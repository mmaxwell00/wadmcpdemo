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MCP connects agents to real tools and data. The question isn't whether to use it — it's how you govern it. One chokepoint: authenticated, authorized,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This is how most orgs onboard MCP servers today. No review, no pinning, no provenance. The agent trusts it fully. We normalized curl|bash for AI and called it DX.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90s. One sentence each. Cite OWASP MCP Top 10 (MCP03:2025 Tool Poisoning — official, currently beta) and Invariant Labs' April 2025 disclosure. Don't walk each — name them and move to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90s. Don't solve four problems four ways. Put one control point in front of every MCP interaction — every registration and call authenticated, authorized, logged. Curated catalog, default-deny.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— a security room respects it. Governs by identity/registration, not by reading descriptions for intent. Stronger, auditable. This is the differentiator vs. 'AI security scanner' pitches.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bridge. Ungoverned attack, then governed deny (read the audit line), then governed allow. Only policy changes across the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payoff: real audit rows. Registration deny/allow by identity, tool invocation allow. And the endpoint-swap denial — that's the rug-pull class closed. All exportable to the SOC.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identity-pinned registration model covers all four. We demo poisoning live; the mechanism is identical for the rest. Maps to OWASP MCP03 mitigations. npm supply chain under the same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four attack classes, one identity-pinned model, full audit. Then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4937760" cy="4937760"/>
          </a:xfrm>
          <a:prstGeom prst="ellipse">
            <a:avLst/>
          </a:prstGeom>
          <a:ln w="152400">
            <a:solidFill>
              <a:srgbClr val="1329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691640"/>
            <a:ext cx="3383280" cy="3383280"/>
          </a:xfrm>
          <a:prstGeom prst="ellipse">
            <a:avLst/>
          </a:prstGeom>
          <a:ln w="76200">
            <a:solidFill>
              <a:srgbClr val="0B4F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04120" y="2606040"/>
            <a:ext cx="1554480" cy="155448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04120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AI GOVERNANCE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MCP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chokepoint for every agent tool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Sandboxes + MCP Gateway + Cedar policy — one place every tool call is authenticated, authorized, and logged.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715000"/>
            <a:ext cx="3840480" cy="0"/>
          </a:xfrm>
          <a:prstGeom prst="line">
            <a:avLst/>
          </a:prstGeom>
          <a:noFill/>
          <a:ln w="19050">
            <a:solidFill>
              <a:srgbClr val="1329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Engineering · Docker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security-literate audience · ~15–18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MCP servers get onboarded today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install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5786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README + a JSON config block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3383280"/>
            <a:ext cx="457200" cy="45720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3558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an API token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160520"/>
            <a:ext cx="457200" cy="457200"/>
          </a:xfrm>
          <a:prstGeom prst="ellipse">
            <a:avLst/>
          </a:prstGeom>
          <a:solidFill>
            <a:srgbClr val="1D63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3308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agent at it — done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956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“curl | bash”, reinvented for AI tools — and we called it developer experience.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1874520"/>
            <a:ext cx="5074920" cy="4023360"/>
          </a:xfrm>
          <a:prstGeom prst="roundRect">
            <a:avLst>
              <a:gd name="adj" fmla="val 2045"/>
            </a:avLst>
          </a:prstGeom>
          <a:solidFill>
            <a:srgbClr val="0A1B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2697480"/>
            <a:ext cx="219456" cy="21945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265176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633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or description review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66560" y="3264408"/>
            <a:ext cx="219456" cy="21945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321868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200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or endpoint pinning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0" y="3831336"/>
            <a:ext cx="219456" cy="21945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378561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767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 / supply-chain check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766560" y="4398264"/>
            <a:ext cx="219456" cy="21945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0" y="4352544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43342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audit of what it does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5056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trusts the server completely — the moment it's registered.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attack classes — named, not walked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1828800"/>
          </a:xfrm>
          <a:prstGeom prst="roundRect">
            <a:avLst>
              <a:gd name="adj" fmla="val 4500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756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54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939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7157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in a tool's description steer the agent into leaking secrets.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MCP03:2025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1783080"/>
            <a:ext cx="5074920" cy="1828800"/>
          </a:xfrm>
          <a:prstGeom prst="roundRect">
            <a:avLst>
              <a:gd name="adj" fmla="val 4500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0756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0939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shadowing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7157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server redefines a trusted tool — calls hit the bad one.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93992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HIJACK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074920" cy="1828800"/>
          </a:xfrm>
          <a:prstGeom prst="roundRect">
            <a:avLst>
              <a:gd name="adj" fmla="val 4500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D63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1970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 pulls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4818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behaves during review, then swaps its behavior after approval.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POST-APPROVAL DRIFT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6520" y="3886200"/>
            <a:ext cx="5074920" cy="1828800"/>
          </a:xfrm>
          <a:prstGeom prst="roundRect">
            <a:avLst>
              <a:gd name="adj" fmla="val 4500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329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1970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token scopes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4818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hands a server credentials far wider than the task needs.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93992" y="5349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3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point in front of every call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0A1B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sandbox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3337560"/>
            <a:ext cx="777240" cy="365760"/>
          </a:xfrm>
          <a:prstGeom prst="rightArrow">
            <a:avLst/>
          </a:prstGeom>
          <a:solidFill>
            <a:srgbClr val="1D63ED"/>
          </a:solidFill>
          <a:ln/>
        </p:spPr>
      </p:sp>
      <p:sp>
        <p:nvSpPr>
          <p:cNvPr id="8" name="Shape 6"/>
          <p:cNvSpPr/>
          <p:nvPr/>
        </p:nvSpPr>
        <p:spPr>
          <a:xfrm>
            <a:off x="3977640" y="2331720"/>
            <a:ext cx="3657600" cy="2377440"/>
          </a:xfrm>
          <a:prstGeom prst="roundRect">
            <a:avLst>
              <a:gd name="adj" fmla="val 3462"/>
            </a:avLst>
          </a:prstGeom>
          <a:solidFill>
            <a:srgbClr val="1D63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776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chokepoint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374136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3291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43400" y="3758184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36758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(Cedar)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43400" y="414223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40599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(audit)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0" y="2697480"/>
            <a:ext cx="731520" cy="329184"/>
          </a:xfrm>
          <a:prstGeom prst="rightArrow">
            <a:avLst/>
          </a:prstGeom>
          <a:solidFill>
            <a:srgbClr val="2E9E5B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3977640"/>
            <a:ext cx="731520" cy="329184"/>
          </a:xfrm>
          <a:prstGeom prst="rightArrow">
            <a:avLst/>
          </a:prstGeom>
          <a:solidFill>
            <a:srgbClr val="E5484D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286000"/>
            <a:ext cx="2926080" cy="1143000"/>
          </a:xfrm>
          <a:prstGeom prst="roundRect">
            <a:avLst>
              <a:gd name="adj" fmla="val 7200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24871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15400" y="24780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92124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server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· identity-pinned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41080" y="3611880"/>
            <a:ext cx="2926080" cy="1143000"/>
          </a:xfrm>
          <a:prstGeom prst="roundRect">
            <a:avLst>
              <a:gd name="adj" fmla="val 7200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3813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15400" y="38039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Unvetted server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15400" y="4251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on anything unknown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B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catalog you actually vetted.  Default-deny on everything else.  The agent gets one endpoint; the org gets policy and a full audit trail.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not content-scanning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3291840"/>
          </a:xfrm>
          <a:prstGeom prst="roundRect">
            <a:avLst>
              <a:gd name="adj" fmla="val 2500"/>
            </a:avLst>
          </a:prstGeom>
          <a:solidFill>
            <a:srgbClr val="1329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6324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 descriptions and “detect” malicious intent. No AI-catches-the-poison magic — scanners miss metadata attacks.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2286000"/>
            <a:ext cx="5074920" cy="3291840"/>
          </a:xfrm>
          <a:prstGeom prst="roundRect">
            <a:avLst>
              <a:gd name="adj" fmla="val 2500"/>
            </a:avLst>
          </a:prstGeom>
          <a:solidFill>
            <a:srgbClr val="1D63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30632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Denies unvetted servers by identity and registration. The bad server is stopped because it was never let in.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stronger, more auditable guarantee than hoping a scanner catches the payload.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policy be the only thing that changes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8600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03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unvetted server poisons the agent — a secret walks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0A1B3D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286000"/>
            <a:ext cx="685800" cy="6858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· Deny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703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server, same gateway — denied on identity. Read the audit line.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286000"/>
            <a:ext cx="685800" cy="6858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· Allow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703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npm-wrapping server pulls the package — allowed and logged.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133088" y="3337560"/>
            <a:ext cx="237744" cy="320040"/>
          </a:xfrm>
          <a:prstGeom prst="rightArrow">
            <a:avLst/>
          </a:prstGeom>
          <a:solidFill>
            <a:srgbClr val="1D63ED"/>
          </a:solidFill>
          <a:ln/>
        </p:spPr>
      </p:sp>
      <p:sp>
        <p:nvSpPr>
          <p:cNvPr id="20" name="Shape 18"/>
          <p:cNvSpPr/>
          <p:nvPr/>
        </p:nvSpPr>
        <p:spPr>
          <a:xfrm>
            <a:off x="7882128" y="3337560"/>
            <a:ext cx="237744" cy="320040"/>
          </a:xfrm>
          <a:prstGeom prst="rightArrow">
            <a:avLst/>
          </a:prstGeom>
          <a:solidFill>
            <a:srgbClr val="1D63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agent. Same gateway. Same kind of tool. The only variable is policy.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logged and attributable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· Audit logs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7498080" cy="3200400"/>
          </a:xfrm>
          <a:prstGeom prst="roundRect">
            <a:avLst>
              <a:gd name="adj" fmla="val 2571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694944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529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Registration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8529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poisoned-demo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29260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2916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364992"/>
            <a:ext cx="694944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474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Registration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approved-downloader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0" y="354787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95160" y="35387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986784"/>
            <a:ext cx="694944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096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Invocation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40965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approved-downloader : npm_download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95160" y="4169664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95160" y="41605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608576"/>
            <a:ext cx="6949440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7183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Registration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47183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approved-downloader @ wrong URL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95160" y="47914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95160" y="47823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2240280"/>
            <a:ext cx="3154680" cy="3200400"/>
          </a:xfrm>
          <a:prstGeom prst="roundRect">
            <a:avLst>
              <a:gd name="adj" fmla="val 2609"/>
            </a:avLst>
          </a:prstGeom>
          <a:solidFill>
            <a:srgbClr val="0A1B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868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Identity-pinned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9718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name at a different endpoint is refused — you can't swap the server underneath a trusted label.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4800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to SIEM / CSV / JSONL.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6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GENERALIZES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covers all four classes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8541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D63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94960" y="2148840"/>
            <a:ext cx="0" cy="50292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9659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never admitted to the catalog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912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D63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971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shadowing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394960" y="3154680"/>
            <a:ext cx="0" cy="50292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29718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pinned identities can register a tool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D63E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9776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 pulls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394960" y="4160520"/>
            <a:ext cx="0" cy="50292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9776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endpoint pinning blocks the swap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2F6FD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2029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D63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4983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scopes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394960" y="5166360"/>
            <a:ext cx="0" cy="50292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49834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catalog + per-server approval gates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OWASP MCP03:2025 mitigations — pin versions &amp; signed schemas, alert on drift, content-addressed identity. Supply chain (npm) sits under the same chokepoint.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108960"/>
            <a:ext cx="4572000" cy="4572000"/>
          </a:xfrm>
          <a:prstGeom prst="ellipse">
            <a:avLst/>
          </a:prstGeom>
          <a:ln w="127000">
            <a:solidFill>
              <a:srgbClr val="1329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chokepoint: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· authorized · logged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AI-detects-the-poison magic — a curated, default-deny catalog with identity-pinned registration and a full audit trail.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10972800" cy="0"/>
          </a:xfrm>
          <a:prstGeom prst="line">
            <a:avLst/>
          </a:prstGeom>
          <a:noFill/>
          <a:ln w="19050">
            <a:solidFill>
              <a:srgbClr val="1329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MCP Top 10 — MCP03:2025 Tool Poisoning (beta)   ·   Invariant Labs, MCP Tool Poisoning Attacks (Apr 2025)   ·   Docker AI Sandboxes governance docs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Governing MCP</dc:title>
  <dc:subject>PptxGenJS Presentation</dc:subject>
  <dc:creator>Docker Solutions Engineering</dc:creator>
  <cp:lastModifiedBy>Docker Solutions Engineering</cp:lastModifiedBy>
  <cp:revision>1</cp:revision>
  <dcterms:created xsi:type="dcterms:W3CDTF">2026-09-11T04:13:07Z</dcterms:created>
  <dcterms:modified xsi:type="dcterms:W3CDTF">2026-09-11T04:13:07Z</dcterms:modified>
</cp:coreProperties>
</file>